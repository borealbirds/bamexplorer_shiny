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E516-A483-79E9-00B1-9FFAE01E9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BD1524-C88C-A6B7-F299-06D75066A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E52269-7C9D-BD3A-6854-E412C18E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523897-E1AE-6C62-C687-D01C8FE2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38377A-A983-47AB-E142-DDA76901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09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6E16F8-9D09-53F7-DC34-53B2E8BD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689E53-5BF9-FC68-97D7-DA499E43E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F08C2-4035-BF7F-F846-1D8F3456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A19565-9EE9-9F50-E01B-63077240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AB8A9A-3117-F923-230D-530D721A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359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864239-DC57-E0E4-8C90-1EB51FB9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B5EA9D-B41B-E64A-0BED-DEC7BA801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ADC3B0-93C0-A781-3AD9-C4E1178F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95A9AD-823A-930D-AC52-D5842C3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F903A8-111D-DEBC-93D5-59CED1A4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45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DFBC4-65BB-8597-FD8E-B07682B9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3A1524-9E44-6ACB-4A63-E0C495EA1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527174-3EF1-74BB-C4BE-C3F71E9EF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0396D8-E839-6129-06E7-290323C5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BFF008-8335-D2D8-A6EA-6F56357C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93CDE9-3B4D-9CA0-8404-96BBCD17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765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14AF9-4EB9-5C1E-0705-9D27FD3A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9E4500-5D7F-7C2B-C8B7-FA188B545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DA93E7-EA05-B652-3179-C7300E612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FF15CF-F4F5-3F3D-2DB5-92F9CEA2F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D6BFC7-66C7-1028-1CC7-003D50131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A69A99-2DDB-1DE8-D98D-550657FB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04A58D1-A791-09D6-02AF-03DDDD4A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ABA1A71-59BB-FA11-81F9-BB48D02D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09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8E0A4-7D17-F497-F894-1511B749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5DC5F6-129F-3C0D-08C3-0A7D89A7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2E47A7-7712-5862-115C-955D99E6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3B7DB3-6423-019B-D2F3-AC98A6F1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4285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582C29-8A70-0F6E-586D-2928C461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01C940-A2E9-881A-A753-B3536318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9BB95E-8957-FD6A-54EE-41A3F7EE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61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C037EF-BB18-4A69-1987-63314365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92B009-445F-2B3C-7F65-F5BFA120A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DBC8CD-1B9F-B206-68BE-C39118CB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DFBC84-CAEF-0002-8694-19A02477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420D78-B7C0-2051-2693-0340096C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D33E6C-03D5-7F73-E724-CF938A0E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311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D1958-3267-A72D-810B-0FBBB87C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C54C641-2282-E08A-2644-439ED5773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D9A4C0-5209-1606-4213-97FAEA46D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6E6D7F-2E2A-D812-AE83-4628A6C3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68A43F-36A3-5275-1E97-28D3E97C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044CFC-D021-A083-EB94-21786081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399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4B7AEA-2BC7-2E09-9691-EBB7571F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CB9573-DF3D-5BE9-B957-512E2DB63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377556-201C-A0A0-1C7A-BC6843FE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8B5D84-BF58-BEF8-2E9A-B0BCBFB6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003910-D859-191A-71FB-82249664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271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5EE9AE8-369B-95F3-9B80-436F8744D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9A80B4-2120-1DCF-084F-DC2B20636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928B6B-64CF-E21E-899D-4E87F58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C1EBD2-50C4-0D68-D42A-1FC5F416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254B8A-C355-ACB5-9E4D-68472ABF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35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CBF581-6E61-1762-DB2A-6745A548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2BA607-937F-31EB-DE88-C7C25780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D75D3D-A4FD-F8E7-F375-51D27F6A0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7467C-FAAC-41D8-916C-A94279C270DF}" type="datetimeFigureOut">
              <a:rPr lang="en-CA" smtClean="0"/>
              <a:t>2025-11-25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C8A8F1-0157-47B4-B268-21BE6C36C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E8373D-1E02-DC3C-9A5D-9FB5631E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C0D94-22E6-4504-8AD8-E28B82F0010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51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16816DC7-B6BC-C308-F3D3-5A15BF89BC46}"/>
              </a:ext>
            </a:extLst>
          </p:cNvPr>
          <p:cNvGrpSpPr/>
          <p:nvPr/>
        </p:nvGrpSpPr>
        <p:grpSpPr>
          <a:xfrm>
            <a:off x="1721706" y="1513583"/>
            <a:ext cx="10083116" cy="2601216"/>
            <a:chOff x="1721706" y="1513583"/>
            <a:chExt cx="10083116" cy="2601216"/>
          </a:xfrm>
        </p:grpSpPr>
        <p:pic>
          <p:nvPicPr>
            <p:cNvPr id="7" name="Image 6" descr="Une image contenant oiseau, faune, plein air, jaune&#10;&#10;Le contenu généré par l’IA peut être incorrect.">
              <a:extLst>
                <a:ext uri="{FF2B5EF4-FFF2-40B4-BE49-F238E27FC236}">
                  <a16:creationId xmlns:a16="http://schemas.microsoft.com/office/drawing/2014/main" id="{E6AE0E6B-DB45-FFE8-AF8B-DB3F5FFD7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95968" y="1513583"/>
              <a:ext cx="3908854" cy="2601216"/>
            </a:xfrm>
            <a:prstGeom prst="rect">
              <a:avLst/>
            </a:prstGeom>
          </p:spPr>
        </p:pic>
        <p:pic>
          <p:nvPicPr>
            <p:cNvPr id="8" name="Image 7" descr="Une image contenant oiseau, faune, plein air, jaune&#10;&#10;Le contenu généré par l’IA peut être incorrect.">
              <a:extLst>
                <a:ext uri="{FF2B5EF4-FFF2-40B4-BE49-F238E27FC236}">
                  <a16:creationId xmlns:a16="http://schemas.microsoft.com/office/drawing/2014/main" id="{6928CB28-1FAF-3369-29E9-AE89F2F68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08"/>
            <a:stretch>
              <a:fillRect/>
            </a:stretch>
          </p:blipFill>
          <p:spPr>
            <a:xfrm>
              <a:off x="5848864" y="1513583"/>
              <a:ext cx="2063579" cy="2601216"/>
            </a:xfrm>
            <a:prstGeom prst="rect">
              <a:avLst/>
            </a:prstGeom>
          </p:spPr>
        </p:pic>
        <p:pic>
          <p:nvPicPr>
            <p:cNvPr id="9" name="Image 8" descr="Une image contenant oiseau, faune, plein air, jaune&#10;&#10;Le contenu généré par l’IA peut être incorrect.">
              <a:extLst>
                <a:ext uri="{FF2B5EF4-FFF2-40B4-BE49-F238E27FC236}">
                  <a16:creationId xmlns:a16="http://schemas.microsoft.com/office/drawing/2014/main" id="{189F79A3-3EF8-CA75-F9A8-A12B32949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08"/>
            <a:stretch>
              <a:fillRect/>
            </a:stretch>
          </p:blipFill>
          <p:spPr>
            <a:xfrm flipH="1">
              <a:off x="3785285" y="1513583"/>
              <a:ext cx="2063579" cy="2601216"/>
            </a:xfrm>
            <a:prstGeom prst="rect">
              <a:avLst/>
            </a:prstGeom>
          </p:spPr>
        </p:pic>
        <p:pic>
          <p:nvPicPr>
            <p:cNvPr id="10" name="Image 9" descr="Une image contenant oiseau, faune, plein air, jaune&#10;&#10;Le contenu généré par l’IA peut être incorrect.">
              <a:extLst>
                <a:ext uri="{FF2B5EF4-FFF2-40B4-BE49-F238E27FC236}">
                  <a16:creationId xmlns:a16="http://schemas.microsoft.com/office/drawing/2014/main" id="{F037D30E-CB72-A729-E728-7B14F8ACD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08"/>
            <a:stretch>
              <a:fillRect/>
            </a:stretch>
          </p:blipFill>
          <p:spPr>
            <a:xfrm>
              <a:off x="1721706" y="1513583"/>
              <a:ext cx="2063579" cy="2601216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EF24817-5A3D-FC00-0A63-610425EC7DDC}"/>
                </a:ext>
              </a:extLst>
            </p:cNvPr>
            <p:cNvSpPr txBox="1"/>
            <p:nvPr/>
          </p:nvSpPr>
          <p:spPr>
            <a:xfrm>
              <a:off x="2059458" y="2306590"/>
              <a:ext cx="65902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3200" dirty="0">
                  <a:solidFill>
                    <a:schemeClr val="bg1"/>
                  </a:solidFill>
                  <a:latin typeface="Garamond" panose="02020404030301010803" pitchFamily="18" charset="0"/>
                </a:rPr>
                <a:t>BAM </a:t>
              </a:r>
              <a:r>
                <a:rPr lang="fr-CA" sz="3200" dirty="0" err="1">
                  <a:solidFill>
                    <a:schemeClr val="bg1"/>
                  </a:solidFill>
                  <a:latin typeface="Garamond" panose="02020404030301010803" pitchFamily="18" charset="0"/>
                </a:rPr>
                <a:t>Landbird</a:t>
              </a:r>
              <a:r>
                <a:rPr lang="fr-CA" sz="3200" dirty="0">
                  <a:solidFill>
                    <a:schemeClr val="bg1"/>
                  </a:solidFill>
                  <a:latin typeface="Garamond" panose="02020404030301010803" pitchFamily="18" charset="0"/>
                </a:rPr>
                <a:t> </a:t>
              </a:r>
              <a:r>
                <a:rPr lang="fr-CA" sz="3200" dirty="0" err="1">
                  <a:solidFill>
                    <a:schemeClr val="bg1"/>
                  </a:solidFill>
                  <a:latin typeface="Garamond" panose="02020404030301010803" pitchFamily="18" charset="0"/>
                </a:rPr>
                <a:t>Models</a:t>
              </a:r>
              <a:r>
                <a:rPr lang="fr-CA" sz="3200" dirty="0">
                  <a:solidFill>
                    <a:schemeClr val="bg1"/>
                  </a:solidFill>
                  <a:latin typeface="Garamond" panose="02020404030301010803" pitchFamily="18" charset="0"/>
                </a:rPr>
                <a:t> Explorer</a:t>
              </a:r>
              <a:endParaRPr lang="en-CA" sz="3200" dirty="0">
                <a:solidFill>
                  <a:schemeClr val="bg1"/>
                </a:solidFill>
                <a:latin typeface="Garamond" panose="020204040303010108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11956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Garamond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Mélina Houle</dc:creator>
  <cp:lastModifiedBy>Mélina Houle</cp:lastModifiedBy>
  <cp:revision>2</cp:revision>
  <dcterms:created xsi:type="dcterms:W3CDTF">2025-11-25T21:20:17Z</dcterms:created>
  <dcterms:modified xsi:type="dcterms:W3CDTF">2025-11-26T03:34:26Z</dcterms:modified>
</cp:coreProperties>
</file>